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1.png"/><Relationship Id="rId4" Type="http://schemas.openxmlformats.org/officeDocument/2006/relationships/image" Target="../media/image-11-2.png"/><Relationship Id="rId5" Type="http://schemas.openxmlformats.org/officeDocument/2006/relationships/image" Target="../media/image-11-1.png"/><Relationship Id="rId6" Type="http://schemas.openxmlformats.org/officeDocument/2006/relationships/image" Target="../media/image-1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2.png"/><Relationship Id="rId6" Type="http://schemas.openxmlformats.org/officeDocument/2006/relationships/image" Target="../media/image-13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4CAF5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480560"/>
            <a:ext cx="4114800" cy="4114800"/>
          </a:xfrm>
          <a:prstGeom prst="ellipse">
            <a:avLst/>
          </a:prstGeom>
          <a:solidFill>
            <a:srgbClr val="81C78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9601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afritalent/icons/FaHandshake_d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958" y="120152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488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AfriTalent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1097280" y="315468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Plateforme de mise en relation freelances tech / entreprises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54396" y="3886200"/>
            <a:ext cx="1280160" cy="0"/>
          </a:xfrm>
          <a:prstGeom prst="line">
            <a:avLst/>
          </a:prstGeom>
          <a:noFill/>
          <a:ln w="19050">
            <a:solidFill>
              <a:srgbClr val="81C78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Projet S2 – Développement Web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717036" y="4709160"/>
            <a:ext cx="4754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17036" y="48646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L1 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Sommaire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Présentation du projet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84832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0848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Choix de design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798064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7980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du site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5112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Points techniques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224528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224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&amp; Versioning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937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Difficultés et solutions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1371600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1371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Ressources utilisées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2084832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20848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Démonstration live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2798064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0880" y="27980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0" y="3511296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35112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Perspectives d'amélioration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Présentation du projet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60220"/>
            <a:ext cx="822960" cy="82296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5" name="Image 0" descr="/home/claude/afritalent/icons/FaChartLine_d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19577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536192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965960" y="192024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marché du freelance tech en Afrique connaît une croissance explosive. De plus en plus de développeurs, designers et créateurs de contenu cherchent une plateforme fiable pour proposer leurs services.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3589020"/>
            <a:ext cx="822960" cy="82296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0" name="Image 1" descr="/home/claude/afritalent/icons/FaBullseye_d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" y="37865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3364992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Objectif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965960" y="374904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Concevoir et développer le site vitrine complet d'une plateforme fictive de mise en relation entre freelances tech et entreprises : AfriTalent.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502920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5417820"/>
            <a:ext cx="822960" cy="82296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5" name="Image 2" descr="/home/claude/afritalent/icons/FaUsers_d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561533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5193792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 cible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965960" y="557784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Freelances tech (développeurs, designers, experts data) et entreprises à la recherche de talents qualifiés en Afrique.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Choix de design – Palette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93192" y="141732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160020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2953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#2E7D32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3291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Vert foncé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3703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Couleur primaire, boutons principaux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44805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Évoque la nature, la confiance et la croissance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06624" y="141732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89504" y="160020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2889504" y="2953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#4CAF50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43784" y="3291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Vert moyen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43784" y="3703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Éléments interactifs, hover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43784" y="44805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Couleur de l'équilibre et de l'harmonie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0056" y="141732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02936" y="160020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81C784"/>
          </a:solidFill>
          <a:ln/>
        </p:spPr>
      </p:sp>
      <p:sp>
        <p:nvSpPr>
          <p:cNvPr id="17" name="Text 15"/>
          <p:cNvSpPr/>
          <p:nvPr/>
        </p:nvSpPr>
        <p:spPr>
          <a:xfrm>
            <a:off x="5202936" y="2953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#81C784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57216" y="3291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Vert clair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57216" y="3703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Arrière-plans, accents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57216" y="44805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Apporte légèreté et modernité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33488" y="141732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16368" y="160020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16368" y="2953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#FFFFFF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70648" y="3291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Blanc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70648" y="3703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Fonds, cartes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70648" y="44805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Pureté, lisibilité et élégance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46920" y="141732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829800" y="160020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9829800" y="2953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#FF6B35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0" y="3291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784080" y="3703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Contraste, CTA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784080" y="44805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Attire l'attention sur les actions importantes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Choix de design – Polices &amp; Inspirations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Titres : Poppins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5059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Moderne, lisible, géométrique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Utilisée pour : h1, h2, h3, navbar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Importée via Google Fonts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Corps : Roboto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95935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Neutre, confortable en lecture longue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Utilisée pour : paragraphes, textes courants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Importée via Google Fonts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22392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Inspirations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Awwwards &amp; Dribbble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4505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Sites de référence pour le design web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Inspiration pour le Bento Grid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337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Tendances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368503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épuré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Typographie expressive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Mise en page asymétrique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Accessibilité renforcée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 du site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1538"/>
            </a:avLst>
          </a:prstGeom>
          <a:solidFill>
            <a:srgbClr val="1B1B1B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54480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Filematou_Diallo_AfriTalent/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843430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0" y="1843430"/>
            <a:ext cx="201168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Accueil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132381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freelances.html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2132381"/>
            <a:ext cx="201168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Catalogue freelances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421331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tarifs.html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0" y="2421331"/>
            <a:ext cx="201168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Plans &amp; tarification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710282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about.html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0" y="2710282"/>
            <a:ext cx="201168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À propos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2999232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blog.html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0" y="2999232"/>
            <a:ext cx="201168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288182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contact.html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0" y="3288182"/>
            <a:ext cx="201168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577133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3866083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style.css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4155034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4443984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main.js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732934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images/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14800" y="4732934"/>
            <a:ext cx="201168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logos, photos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5021885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screenshots/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14800" y="5021885"/>
            <a:ext cx="201168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310835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" y="5599786"/>
            <a:ext cx="329184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.gitignore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37960" y="1371600"/>
            <a:ext cx="5102352" cy="4754880"/>
          </a:xfrm>
          <a:prstGeom prst="roundRect">
            <a:avLst>
              <a:gd name="adj" fmla="val 1538"/>
            </a:avLst>
          </a:prstGeom>
          <a:solidFill>
            <a:srgbClr val="F4FA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Détails techniques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040880" y="214884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pages HTML liées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fichier CSS principal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fichier JavaScript principal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 sémantique et commentée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 du site – Aperçu des pages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/home/claude/afritalent/images/accue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3361944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3200400"/>
            <a:ext cx="3325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Accueil — Hero, statistiques, Bento Grid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322064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1" descr="/home/claude/afritalent/images/freelanc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13504" y="1417320"/>
            <a:ext cx="3361944" cy="1737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31792" y="3200400"/>
            <a:ext cx="3325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Freelances — Barre de filtres, cartes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8095488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/home/claude/afritalent/images/tarif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6928" y="1417320"/>
            <a:ext cx="3361944" cy="1737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05216" y="3200400"/>
            <a:ext cx="3325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Tarifs — Cartes de plans, FAQ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548640" y="402336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3" descr="/home/claude/afritalent/images/abou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" y="4114800"/>
            <a:ext cx="3361944" cy="1737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8368" y="5897880"/>
            <a:ext cx="3325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À propos — Équipe, valeurs, compteurs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4322064" y="402336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/home/claude/afritalent/images/blog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13504" y="4114800"/>
            <a:ext cx="3361944" cy="17373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31792" y="5897880"/>
            <a:ext cx="3325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Blog — Articles, sidebar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8095488" y="402336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/home/claude/afritalent/images/contact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86928" y="4114800"/>
            <a:ext cx="3361944" cy="17373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05216" y="5897880"/>
            <a:ext cx="3325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 — Formulaire, carte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Points techniques – JavaScript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623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536192"/>
            <a:ext cx="566928" cy="566928"/>
          </a:xfrm>
          <a:prstGeom prst="ellipse">
            <a:avLst/>
          </a:prstGeom>
          <a:solidFill>
            <a:srgbClr val="F4FAF4"/>
          </a:solidFill>
          <a:ln/>
        </p:spPr>
      </p:sp>
      <p:pic>
        <p:nvPicPr>
          <p:cNvPr id="5" name="Image 0" descr="/home/claude/afritalent/icons/FaMoon_d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295" y="1672255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813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Dark mode avec localStorage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417320" y="18105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Persistance du thème entre les pages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623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42032"/>
            <a:ext cx="566928" cy="566928"/>
          </a:xfrm>
          <a:prstGeom prst="ellipse">
            <a:avLst/>
          </a:prstGeom>
          <a:solidFill>
            <a:srgbClr val="F4FAF4"/>
          </a:solidFill>
          <a:ln/>
        </p:spPr>
      </p:sp>
      <p:pic>
        <p:nvPicPr>
          <p:cNvPr id="10" name="Image 1" descr="/home/claude/afritalent/icons/FaArrowUp_d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95" y="2678095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4871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Navbar dynamique au scroll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417320" y="28163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Changement de style et effet shrink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383280"/>
            <a:ext cx="5623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232" y="3547872"/>
            <a:ext cx="566928" cy="566928"/>
          </a:xfrm>
          <a:prstGeom prst="ellipse">
            <a:avLst/>
          </a:prstGeom>
          <a:solidFill>
            <a:srgbClr val="F4FAF4"/>
          </a:solidFill>
          <a:ln/>
        </p:spPr>
      </p:sp>
      <p:pic>
        <p:nvPicPr>
          <p:cNvPr id="15" name="Image 2" descr="/home/claude/afritalent/icons/FaArrowUp_d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95" y="3683935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4930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Bouton retour en haut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417320" y="382219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Apparition au scroll, smooth scroll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4389120"/>
            <a:ext cx="5623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13232" y="4553712"/>
            <a:ext cx="566928" cy="566928"/>
          </a:xfrm>
          <a:prstGeom prst="ellipse">
            <a:avLst/>
          </a:prstGeom>
          <a:solidFill>
            <a:srgbClr val="F4FAF4"/>
          </a:solidFill>
          <a:ln/>
        </p:spPr>
      </p:sp>
      <p:pic>
        <p:nvPicPr>
          <p:cNvPr id="20" name="Image 3" descr="/home/claude/afritalent/icons/FaSortNumericUp_d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95" y="4689775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4988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Compteurs animés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417320" y="48280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IntersectionObserver, incrémentation de 0 à la cible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355080" y="1371600"/>
            <a:ext cx="5623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19672" y="1536192"/>
            <a:ext cx="566928" cy="566928"/>
          </a:xfrm>
          <a:prstGeom prst="ellipse">
            <a:avLst/>
          </a:prstGeom>
          <a:solidFill>
            <a:srgbClr val="F4FAF4"/>
          </a:solidFill>
          <a:ln/>
        </p:spPr>
      </p:sp>
      <p:pic>
        <p:nvPicPr>
          <p:cNvPr id="25" name="Image 4" descr="/home/claude/afritalent/icons/FaEye_d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735" y="1672255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23760" y="14813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Fade-in des sections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223760" y="18105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Apparition en fondu au scroll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355080" y="2377440"/>
            <a:ext cx="5623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19672" y="2542032"/>
            <a:ext cx="566928" cy="566928"/>
          </a:xfrm>
          <a:prstGeom prst="ellipse">
            <a:avLst/>
          </a:prstGeom>
          <a:solidFill>
            <a:srgbClr val="F4FAF4"/>
          </a:solidFill>
          <a:ln/>
        </p:spPr>
      </p:sp>
      <p:pic>
        <p:nvPicPr>
          <p:cNvPr id="30" name="Image 5" descr="/home/claude/afritalent/icons/FaFilter_d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735" y="2678095"/>
            <a:ext cx="294803" cy="29480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23760" y="24871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Filtrage dynamique des freelances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7223760" y="28163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Affichage/masquage par catégorie sans rechargement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355080" y="3383280"/>
            <a:ext cx="5623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519672" y="3547872"/>
            <a:ext cx="566928" cy="566928"/>
          </a:xfrm>
          <a:prstGeom prst="ellipse">
            <a:avLst/>
          </a:prstGeom>
          <a:solidFill>
            <a:srgbClr val="F4FAF4"/>
          </a:solidFill>
          <a:ln/>
        </p:spPr>
      </p:sp>
      <p:pic>
        <p:nvPicPr>
          <p:cNvPr id="35" name="Image 6" descr="/home/claude/afritalent/icons/FaCheckCircle_d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5735" y="3683935"/>
            <a:ext cx="294803" cy="29480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223760" y="34930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 du formulaire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7223760" y="382219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Champs requis, regex email, message ≥20 caractères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6355080" y="4434840"/>
            <a:ext cx="5623560" cy="1691640"/>
          </a:xfrm>
          <a:prstGeom prst="roundRect">
            <a:avLst>
              <a:gd name="adj" fmla="val 4324"/>
            </a:avLst>
          </a:prstGeom>
          <a:solidFill>
            <a:srgbClr val="1B1B1B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9" name="Text 30"/>
          <p:cNvSpPr/>
          <p:nvPr/>
        </p:nvSpPr>
        <p:spPr>
          <a:xfrm>
            <a:off x="6583680" y="45537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1C7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Exemple : compteurs animés avec IntersectionObserver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6583680" y="484632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counterObserver = new IntersectionObserver((entries)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entries.forEach(entry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(entry.isIntersecting)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animateCounter(entry.target);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41" name="Text 3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Points techniques – CSS &amp; Bootstrap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5" name="Image 0" descr="/home/claude/afritalent/icons/FaPalette_d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17318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CSS3 avancé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Variables CSS (:root) pour cohérence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Bento Grid (CSS Grid asymétrique)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Animations et transitions (hover, fade-in)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 queries (375px, 768px, 1200px)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Fonts (Poppins + Roboto)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4114800"/>
            <a:ext cx="4846320" cy="1737360"/>
          </a:xfrm>
          <a:prstGeom prst="roundRect">
            <a:avLst>
              <a:gd name="adj" fmla="val 3158"/>
            </a:avLst>
          </a:prstGeom>
          <a:solidFill>
            <a:srgbClr val="1B1B1B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42519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--primary-color: #2e7d32;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--font-title: 'Poppins', sans-serif;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371600"/>
            <a:ext cx="5422392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600200"/>
            <a:ext cx="548640" cy="54864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2" name="Image 1" descr="/home/claude/afritalent/icons/FaLaptopCode_d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34" y="17318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Bootstrap 5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37960" y="22860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Navbar responsive avec burger menu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Système de grille (col-lg-4, col-md-6, col-12)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Cards pour les profils freelances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Carousel pour les témoignages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Accordion pour la FAQ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3796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Personnalisation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37960" y="4526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Couleurs modifiées via variables Bootstrap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Thème sombre avec data-bs-theme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Versioning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5" name="Image 0" descr="/home/claude/afritalent/icons/FaGithub_d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17318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Historique des commits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0848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commits exacts avec messages obligatoires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450592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80160" y="24323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 : création du dépôt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8680" y="2793492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7934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80160" y="27752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 : structure des 5 pages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" y="3136392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280160" y="31181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CSS : variables, typographie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68680" y="3479292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4792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80160" y="34610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CSS : Bento Grid, effets hover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68680" y="3822192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280160" y="38039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CSS : responsive design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68680" y="4165092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41650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280160" y="41468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 : dark mode, navbar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68680" y="4507992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280160" y="44897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 : compteurs, fade-in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68680" y="4850892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0" name="Text 27"/>
          <p:cNvSpPr/>
          <p:nvPr/>
        </p:nvSpPr>
        <p:spPr>
          <a:xfrm>
            <a:off x="868680" y="4850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280160" y="48326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 : filtrage, validation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68680" y="5193792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3" name="Text 30"/>
          <p:cNvSpPr/>
          <p:nvPr/>
        </p:nvSpPr>
        <p:spPr>
          <a:xfrm>
            <a:off x="868680" y="5193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80160" y="51755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Finalisation : corrections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68680" y="5536692"/>
            <a:ext cx="274320" cy="2743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6" name="Text 33"/>
          <p:cNvSpPr/>
          <p:nvPr/>
        </p:nvSpPr>
        <p:spPr>
          <a:xfrm>
            <a:off x="868680" y="55366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280160" y="55184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Déploiement : GitHub Pages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537960" y="1371600"/>
            <a:ext cx="51023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858000" y="1600200"/>
            <a:ext cx="502920" cy="50292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40" name="Image 1" descr="/home/claude/afritalent/icons/FaGitAlt_d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701" y="1720901"/>
            <a:ext cx="261518" cy="26151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498080" y="1645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Git</a:t>
            </a:r>
            <a:endParaRPr lang="en-US" sz="1500" dirty="0"/>
          </a:p>
        </p:txBody>
      </p:sp>
      <p:sp>
        <p:nvSpPr>
          <p:cNvPr id="42" name="Text 38"/>
          <p:cNvSpPr/>
          <p:nvPr/>
        </p:nvSpPr>
        <p:spPr>
          <a:xfrm>
            <a:off x="6858000" y="22402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Commits réguliers sur 7 semaines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Messages clairs et descriptifs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Push fréquents sur GitHub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6537960" y="3794760"/>
            <a:ext cx="5102352" cy="2286000"/>
          </a:xfrm>
          <a:prstGeom prst="roundRect">
            <a:avLst>
              <a:gd name="adj" fmla="val 32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685800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2" descr="/home/claude/afritalent/icons/FaGlobe_d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1" y="4144061"/>
            <a:ext cx="261518" cy="261518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7498080" y="4069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Pages</a:t>
            </a:r>
            <a:endParaRPr lang="en-US" sz="1500" dirty="0"/>
          </a:p>
        </p:txBody>
      </p:sp>
      <p:sp>
        <p:nvSpPr>
          <p:cNvPr id="47" name="Text 42"/>
          <p:cNvSpPr/>
          <p:nvPr/>
        </p:nvSpPr>
        <p:spPr>
          <a:xfrm>
            <a:off x="6858000" y="4572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Site accessible en ligne, déploiement automatique depuis la branche main.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6858000" y="5257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filematoudiallo89-maker.github.io/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Filematou_Diallo_AfriTalent</a:t>
            </a:r>
            <a:endParaRPr lang="en-US" sz="1100" dirty="0"/>
          </a:p>
        </p:txBody>
      </p:sp>
      <p:sp>
        <p:nvSpPr>
          <p:cNvPr id="49" name="Text 4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Difficultés rencontrées et solutions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08760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 du dark mode persistant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384048" cy="38404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6" name="Image 0" descr="/home/claude/afritalent/icons/FaTimesCircl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852" y="2030700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2024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Problème  </a:t>
            </a:r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thème se réinitialisait à chaque changement de page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" y="2423160"/>
            <a:ext cx="384048" cy="38404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9" name="Image 1" descr="/home/claude/afritalent/icons/FaCheckCircle_d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52" y="2515332"/>
            <a:ext cx="199705" cy="1997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40487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  </a:t>
            </a:r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Sauvegarde dans localStorage + data-bs-theme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15468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68680" y="3291840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 W3C du code HTML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68680" y="3721608"/>
            <a:ext cx="384048" cy="38404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14" name="Image 2" descr="/home/claude/afritalent/icons/FaTimesCircle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52" y="3813780"/>
            <a:ext cx="199705" cy="1997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70332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Problème  </a:t>
            </a:r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Balises orphelines, hiérarchie des titres, aria-disabled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68680" y="4206240"/>
            <a:ext cx="384048" cy="38404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7" name="Image 3" descr="/home/claude/afritalent/icons/FaCheckCircle_d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852" y="4298412"/>
            <a:ext cx="199705" cy="19970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18795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  </a:t>
            </a:r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Corrections manuelles, ajout de role="region", ajustement des niveaux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493776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868680" y="5074920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Filtrage dynamique des freelances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868680" y="5504688"/>
            <a:ext cx="384048" cy="38404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22" name="Image 4" descr="/home/claude/afritalent/icons/FaTimesCircle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52" y="5596860"/>
            <a:ext cx="199705" cy="19970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548640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Problème  </a:t>
            </a:r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Gérer l'affichage/masquage sans rechargement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68680" y="5989320"/>
            <a:ext cx="384048" cy="38404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5" name="Image 5" descr="/home/claude/afritalent/icons/FaCheckCircle_d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6081492"/>
            <a:ext cx="199705" cy="19970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71600" y="597103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  </a:t>
            </a:r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Attributs data-category + événements click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Ressources et documentation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36776"/>
            <a:ext cx="566928" cy="56692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5" name="Image 0" descr="/home/claude/afritalent/icons/FaBookOpen_d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1772839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636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MDN Web Docs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1920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Référence HTML, CSS, JavaScript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843784"/>
            <a:ext cx="566928" cy="56692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0" name="Image 1" descr="/home/claude/afritalent/icons/FaGraduationCap_d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03" y="2979847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770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W3Schools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54480" y="31272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Tutoriels et exemples pratiques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831336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4050792"/>
            <a:ext cx="566928" cy="56692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5" name="Image 2" descr="/home/claude/afritalent/icons/FaLaptopCode_d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4186855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Bootstrap 5 Docs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554480" y="43342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Composants, grille, utilitaires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5038344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5257800"/>
            <a:ext cx="566928" cy="56692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0" name="Image 3" descr="/home/claude/afritalent/icons/FaFileAlt_d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03" y="539386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5184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Fonts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554480" y="55412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Polices de caractères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245352" y="14173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73952" y="1636776"/>
            <a:ext cx="566928" cy="56692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5" name="Image 4" descr="/home/claude/afritalent/icons/FaCode_d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015" y="1772839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51192" y="15636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CSS-Tricks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251192" y="1920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Guides Flexbox, Grid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245352" y="2624328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473952" y="2843784"/>
            <a:ext cx="566928" cy="56692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30" name="Image 5" descr="/home/claude/afritalent/icons/FaGitAlt_d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015" y="2979847"/>
            <a:ext cx="294803" cy="29480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51192" y="2770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Documentation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251192" y="31272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Commandes Git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245352" y="3831336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473952" y="4050792"/>
            <a:ext cx="566928" cy="56692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35" name="Image 6" descr="/home/claude/afritalent/icons/FaGithub_d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015" y="4186855"/>
            <a:ext cx="294803" cy="29480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251192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Docs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7251192" y="43342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Pages, README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6245352" y="5038344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473952" y="5257800"/>
            <a:ext cx="566928" cy="56692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40" name="Image 7" descr="/home/claude/afritalent/icons/FaShieldAlt_d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015" y="5393863"/>
            <a:ext cx="294803" cy="294803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251192" y="5184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W3C Validator</a:t>
            </a: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7251192" y="55412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Validation HTML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Démonstration live du site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802636" y="1234440"/>
            <a:ext cx="6583680" cy="777240"/>
          </a:xfrm>
          <a:prstGeom prst="roundRect">
            <a:avLst>
              <a:gd name="adj" fmla="val 5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031236" y="1399032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5" name="Image 0" descr="/home/claude/afritalent/icons/FaGlobe_d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0964" y="15087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71316" y="12344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filematoudiallo89-maker.github.io/Filematou_Diallo_AfriTalent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Parcours proposé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72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Accueil → Statistiques animées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319272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319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97280" y="33009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Freelances → Filtrage par catégorie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3849624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849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" y="3831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Tarifs → Plans tarifaires, FAQ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9976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379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" y="4361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À propos → Équipe, valeurs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4910328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910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" y="4892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Blog → Articles, sidebar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54406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440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97280" y="5422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 → Formulaire de validation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309360" y="2331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Fonctionnalités à démontrer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09360" y="278892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1" descr="/home/claude/afritalent/icons/FaCheckCircle_d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170" y="2865730"/>
            <a:ext cx="166421" cy="166421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766560" y="2770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Dark mode (toggle dans la navbar)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309360" y="3319272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2" descr="/home/claude/afritalent/icons/FaCheckCircle_d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170" y="3396082"/>
            <a:ext cx="166421" cy="166421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766560" y="33009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Compteurs animés (index.html et about.html)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309360" y="3849624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3" descr="/home/claude/afritalent/icons/FaCheckCircle_d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170" y="3926434"/>
            <a:ext cx="166421" cy="166421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766560" y="38313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Filtrage (freelances.html)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6309360" y="4379976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4" descr="/home/claude/afritalent/icons/FaCheckCircle_d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170" y="4456786"/>
            <a:ext cx="166421" cy="166421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766560" y="43616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Validation formulaire (contact.html)</a:t>
            </a:r>
            <a:endParaRPr lang="en-US" sz="1250" dirty="0"/>
          </a:p>
        </p:txBody>
      </p:sp>
      <p:sp>
        <p:nvSpPr>
          <p:cNvPr id="39" name="Shape 32"/>
          <p:cNvSpPr/>
          <p:nvPr/>
        </p:nvSpPr>
        <p:spPr>
          <a:xfrm>
            <a:off x="6309360" y="4910328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5" descr="/home/claude/afritalent/icons/FaCheckCircle_d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170" y="4987138"/>
            <a:ext cx="166421" cy="166421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766560" y="4892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Responsive (test mobile)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1C7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C7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5029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afritalent/icons/FaTrophy_d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6732" y="72237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5544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280160" y="2331720"/>
            <a:ext cx="96286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508760" y="2423160"/>
            <a:ext cx="9171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site AfriTalent répond à toutes les exigences du cahier des charges. 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site vitrine complet, moderne et fonctionnel.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14400" y="342900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8872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Compétences développées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40233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HTML5 sémantique et accessible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CSS3 avancé (Flexbox, Grid, animations)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Bootstrap 5 (composants, grille)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JavaScript vanilla (DOM, événements, API)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&amp; GitHub (versionnement, Pages)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99632" y="342900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73952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Qualités acquises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73952" y="40233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Rigueur dans le code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Autonomie dans l'apprentissage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Capacité à résoudre des problèmes techniques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Respect des délais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0160" y="6263640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F5E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 Ce projet est une vitrine des compétences techniques et de la capacité à mener un projet de bout en bout. »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Perspectives d'amélioration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54512" y="384048"/>
            <a:ext cx="685800" cy="68580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4" name="Image 0" descr="/home/claude/afritalent/icons/FaRocket_d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4" y="548640"/>
            <a:ext cx="356616" cy="356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258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7" name="Image 1" descr="/home/claude/afritalent/icons/FaCode_d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1686154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58191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Back-end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68680" y="21031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Authentification des utilisateurs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Système de paiement intégré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 de données pour les profils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17920" y="13258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46520" y="1554480"/>
            <a:ext cx="548640" cy="54864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2" name="Image 2" descr="/home/claude/afritalent/icons/FaFileAlt_d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94" y="168615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58191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CMS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537960" y="21031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Administration du blog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Gestion des articles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Modération des commentaires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4290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7240" y="3657600"/>
            <a:ext cx="548640" cy="54864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7" name="Image 3" descr="/home/claude/afritalent/icons/FaPalette_d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37892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6850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68680" y="42062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Animations plus poussées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Personnalisation des profils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 d'accessibilité renforcé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17920" y="34290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46520" y="3657600"/>
            <a:ext cx="548640" cy="54864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2" name="Image 4" descr="/home/claude/afritalent/icons/FaChartLine_d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194" y="378927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78040" y="36850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537960" y="42062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Optimisation SEO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Lighthouse 95+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Images optimisées (WebP)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Merci pour votre attention ! Questions ?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AfriTalent – Projet S2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Filematou Diallo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Soutenance de projet</dc:title>
  <dc:subject>PptxGenJS Presentation</dc:subject>
  <dc:creator>Filematou Diallo</dc:creator>
  <cp:lastModifiedBy>Filematou Diallo</cp:lastModifiedBy>
  <cp:revision>1</cp:revision>
  <dcterms:created xsi:type="dcterms:W3CDTF">2026-07-09T03:33:30Z</dcterms:created>
  <dcterms:modified xsi:type="dcterms:W3CDTF">2026-07-09T03:33:30Z</dcterms:modified>
</cp:coreProperties>
</file>